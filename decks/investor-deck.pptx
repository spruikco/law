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— Victorian property &amp; lease review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legal document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bulletproof-by-design pipeline for Victorian property &amp; commercial lease documents.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/ technical overview ·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property docs is billable hours, not legal work.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Victorian property transaction &amp; commercial lease involves 80–300 pages of dense, structured documents.</a:t>
            </a:r>
            <a:pPr lvl="1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of Sale + Section 32 Vendor Statement, LIV 2023 commercial lease + bespoke Additional Provisions schedules.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Lawyers spend 2–4 hours per file on the mechanical first pass — extract, cross-check against legislation, flag adverse clauses, draft the advice letter.</a:t>
            </a:r>
            <a:pPr lvl="1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Leases Act 2003, Sale of Land Act 1962, Owners Corporations Act 2006, Windfall Gains Tax, Land Tax, C&amp;I Property Tax Reform.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first pass is high-volume, rule-driven, and almost never the billable intellectual work — but it has to be bulletproof. Miss one mandatory s32 disclosure and the contract can be rescinded.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 tools fail: they hallucinate citations, miss items buried in tick-box grids, and can't be audited.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live modules. Drag in PDFs. Get a lawyer-reviewable letter.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32 &amp; Contract of Sale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Classifies each uploaded PDF (CoS, S32, OC cert, title search, land tax)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Extracts particulars, special conditions, services grid, OC details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Runs every mandatory s32 disclosure as a rule, cites SoLA section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Drafts a letter of advice styled for the supervising solicitor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965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Victorian commercial lease review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92240" y="283464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Retail vs non-retail classification under RLA s4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Extracts items schedule, make-good, outgoings, ongoing $ obligations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Flags tenant-adverse clauses against a catalogue of 16+ patterns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Drafts polite-but-firm schedule of proposed amendments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front-to-back, Claude for LLM work, pgvector for citations.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+ shadcn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23160" y="210312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21945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23160" y="25146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progress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210312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1945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0" y="25146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210312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1945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72200" y="25146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schemas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210312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21945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0" y="25146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embeddings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921240" y="210312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21240" y="21945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921240" y="25146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rule packs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pass persists structured output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2062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5 pipeline passes writes typed JSON to disk (via zod schema). That means we can (a) replay a single failing pass without re-running the whole job, (b) stream partial progress to the UI as soon as it's available, and (c) show the lawyer exactly what the model saw at each step.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local cache for v0 → Supabase (Postgres + Storage) for multi-tenant.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5-PASS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structure, generative drafting, auditable at every step.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8928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212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1920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each uploaded PDF — CoS vs S32 vs OC cert, retail vs non-retail lease under RLA s4.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8072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1272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+ tools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2834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tool calls: particulars, special conditions, services grid, items, make-good, outgoings, ongoing obligations.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703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7216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041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+ rules + RAG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749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every YAML rule; retrieve exact legislative section; cite back with verbatim quote.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71600" y="46360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CLAUSES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956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+ tools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4663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clause (standard / tenant-adverse / unusual), rate severity, draft proposed amendment.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53212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532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371600" y="55504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58704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streaming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74720" y="55778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letter in structured sections, streamed to the UI as it writes.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RAG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Bulletproof citations — every finding cites a real section of a real act.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735885"/>
            <a:ext cx="2743200" cy="555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indexed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82880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965960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74720" y="2735885"/>
            <a:ext cx="2743200" cy="555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Victorian acts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965960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00800" y="2735885"/>
            <a:ext cx="2743200" cy="555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BGE embeddings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26880" y="182880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0" y="1965960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326880" y="2735885"/>
            <a:ext cx="2743200" cy="555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calls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(v1)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5486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Sale of Land Act 1962 (s32 family)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Retail Leases Act 2003 (19 sections, incl. s4, s94)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Owners Corporations Act 2006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Property Law Act 1958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Land Tax Act 2005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Windfall Gains Tax Act 2021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Commercial &amp; Industrial Property Tax Reform Act 2024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LIV/REIV standard General Conditions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3566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local embeddings + chunk-by-section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931920"/>
            <a:ext cx="5486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data leaves the infrastructure for retrieval — client PDFs stay private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Chunks carry metadata: act, section, subsection, version date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model quotes the retrieved text verbatim — no paraphrase drift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Corpus refresh is a one-line script against AustLII — re-runnable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DEFENSIBLE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the generic wrappers cannot replicate overnight.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3703320" cy="4206240"/>
          </a:xfrm>
          <a:prstGeom prst="roundRect">
            <a:avLst>
              <a:gd name="adj" fmla="val 29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YAML RULES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not vibes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3246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mandatory s32 disclosure and every tenant-adverse lease pattern is encoded as deterministic rule — the LLM runs the check but the coverage is hand-curated by practising lawyers. Guarantees zero-miss on mandatory items.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3703320" cy="4206240"/>
          </a:xfrm>
          <a:prstGeom prst="roundRect">
            <a:avLst>
              <a:gd name="adj" fmla="val 29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1031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VICTORIAN SPECIFIC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24231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Legislation corpus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3108960"/>
            <a:ext cx="3246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by section, embedded locally, versioned to the date of the statute. Not a generic 'legal RAG' — purpose-built for the 8 acts that touch 95% of a property review.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0" y="1920240"/>
            <a:ext cx="3703320" cy="4206240"/>
          </a:xfrm>
          <a:prstGeom prst="roundRect">
            <a:avLst>
              <a:gd name="adj" fmla="val 29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21031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+ OPUS SPLIT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549640" y="24231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orchestration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49640" y="3108960"/>
            <a:ext cx="3246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&amp; compliance on Sonnet (cheaper, structured, parallel). Risk classification &amp; letter drafting on Opus (judgement, prose). Each pass re-runnable independently.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Small-to-mid Victorian property firms — a concentrated, accessible beach-head.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~2,500 practising Victorian property lawyers; ~180,000 property transactions per year in the state.</a:t>
            </a:r>
            <a:pPr lvl="1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those generates a S32 + CoS review — the exact workflow this tool replaces the first pass of.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lease reviews on top: every new tenancy, renewal, and assignment. Typically billed $1,500–$5,000 each.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sell minutes back to the lawyer. At $150–400/hr, a 2-hour saving pays for the tool for a month.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Land-and-expand from Victoria to NSW/QLD is a legislation-corpus swap, not a rewrite — our architecture is jurisdiction-pluggable.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Ship, harden, expand.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3703320" cy="4480560"/>
          </a:xfrm>
          <a:prstGeom prst="roundRect">
            <a:avLst>
              <a:gd name="adj" fmla="val 29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3246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S32 / CoS module live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lease module live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8-act RAG corpus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YAML rules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SSE progress UI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3703320" cy="4480560"/>
          </a:xfrm>
          <a:prstGeom prst="roundRect">
            <a:avLst>
              <a:gd name="adj" fmla="val 29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1031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4231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3017520"/>
            <a:ext cx="3246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export with firm letterhead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auth (Supabase)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cert deep-check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tax cert handling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 feedback loop → rule updates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0" y="1920240"/>
            <a:ext cx="3703320" cy="4480560"/>
          </a:xfrm>
          <a:prstGeom prst="roundRect">
            <a:avLst>
              <a:gd name="adj" fmla="val 29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21031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49640" y="24231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49640" y="3017520"/>
            <a:ext cx="3246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NSW / QLD corpus + rules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lease module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/ redline suggestions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Firm-level analytics dashboard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the pipeline that turns 3 hours of billable reading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3-minute reviewable draft.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design-partner Victorian firms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next quarter.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Raise to fund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legislation corpus expansion + multi-tenant infra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Land-and-expand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NSW &amp; QLD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once the Victorian moat is priced in.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LAW — Investor / technical overview</dc:title>
  <dc:subject>AI-first legal document review — architecture, RAG, pipeline</dc:subject>
  <dc:creator>LAW</dc:creator>
  <cp:lastModifiedBy>LAW</cp:lastModifiedBy>
  <cp:revision>1</cp:revision>
  <dcterms:created xsi:type="dcterms:W3CDTF">2026-04-21T12:42:37Z</dcterms:created>
  <dcterms:modified xsi:type="dcterms:W3CDTF">2026-04-21T12:42:37Z</dcterms:modified>
</cp:coreProperties>
</file>