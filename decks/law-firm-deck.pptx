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— Victorian property &amp; lease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reading.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time advising.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that reads a Section 32, a Contract of Sale, or a commercial lease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minutes — and hands you a draft letter you can sign off.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Victorian property lawyers · Always lawyer-reviewed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this file. 3 hours before you even pick up the phone.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forwards a Section 32 at 4pm and needs a go/no-go by morning.</a:t>
            </a:r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block out the evening, read every page, tick every mandatory disclosure against SoLA, draft a letter.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tenant client is handed a 90-page commercial lease with a 40-clause Additional Provisions schedule.</a:t>
            </a:r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Somewhere in those clauses is a ratchet rent review, a bare-shell make-good, and a land tax pass-through. You need to find every one.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intellectual work is judging what to flag and how hard to push back. The mechanical work is everything before that — and it's most of the 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the PDFs. Get a lawyer-reviewable letter.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731520" cy="73152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Contract, the Section 32 — or the lease + Additional Provisions — into your browser.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731520" cy="73152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71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work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progress view shows each step: classify → extract → compliance check → risk analysis → letter.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731520" cy="73152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refine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cites the legislative section. Click into any clause to see the model's reasoning.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731520" cy="73152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074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letter to PDF or DOCX. Sign off on what you'd sign off on anyway.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SECTION 32 &amp; CONTRACT OF SALE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mandatory s32 disclosure, every time.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inconsistent Section 32 disclosures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precedent (finance, inspection, pest)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conditions — flagged by risk level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to standard general conditions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Corporation red-flags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Windfall Gains / Land Tax / C&amp;I Property triggers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57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LETTER EXTRACT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Missing s32 disclosures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7432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 Statement does not include a planning certificate under s32C(b) of the Sale of Land Act 1962 (Vic). This is a mandatory disclosure. You are entitled to rescind the contract under s32K if this is not rectified before signing. We recommend requesting the certificate before proceeding.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COMMERCIAL LEASE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 2023 baseline. Polite-but-firm amendment drafts.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vs non-retail under RLA s4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make-good (bare shell, total strip)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 outgoings &amp; capital expense pass-through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financial obligations (guarantees, deposits)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Ratchet rent reviews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Unreasonable assignment / termination clauses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conflicts with RLA s94 (no contracting out)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57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AMENDMENT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34 — Make good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7432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currently drafted the tenant must remove all fitout and return the premises to bare shell — including works approved and funded by the landlord. We propose the tenant's make-good obligation be limited to removal of the tenant's own fitout only, with fair wear and tear excepted, and that any landlord-approved works be treated as part of the premises at expiry.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it's a draft for YOU, not legal advice to the client.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compliance finding cites a specific section of a specific act.</a:t>
            </a:r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'the legislation says' — it says 'SoLA s32(2)(a)' with the verbatim text available on click.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clause shows WHY it was flagged.</a:t>
            </a:r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rule triggered, what pattern matched, and what the model's reasoning was. No black-box findings.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replay any single step without re-running the whole review.</a:t>
            </a:r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classification was wrong, fix the classification. The rest of the pipeline re-runs in seconds.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is clearly marked DRAFT — subject to supervising solicitor sign-off.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PDFs stay where they belong.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2743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713939"/>
            <a:ext cx="274320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057400"/>
            <a:ext cx="2743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713939"/>
            <a:ext cx="274320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your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9202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57400"/>
            <a:ext cx="2743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0" y="2713939"/>
            <a:ext cx="274320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0" y="19202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2057400"/>
            <a:ext cx="2743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326880" y="2713939"/>
            <a:ext cx="274320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 are processed per-review and deleted on your schedule.</a:t>
            </a:r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policy configurable at the firm level (default: 30 days, then purged).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Legislation corpus runs on local embeddings — retrieval never leaves the infrastructure.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(Claude) API is contractually barred from training on enterprise inputs. We inherit that protection and pass it through.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Per-seat. Cancel any time during the pilot.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703320" cy="438912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$249/mo per lawyer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S32 reviews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commercial lease reviews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DOCX export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703320" cy="438912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1031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24231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$199/mo per seat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Solo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seats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letterhead templates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 support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rule updates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3703320" cy="438912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1031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0" y="24231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us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95360" y="320040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letterhead &amp; clause library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audit log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RAG option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onboarding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pilots start with a 30-day free trial, no card required.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be running your first review on a live file inside an hour.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21031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call — 30 min. We set up your firm account and load your letterhead template.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175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3108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review — we walk through a S32 or lease together, side-by-side.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023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41148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onboards. Each lawyer gets a 20-min intro — that's it.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029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5120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— any clause pattern your firm flags that we don't catch, we add to the rule pack.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30-minute demo.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run it against one of YOUR files — not a canned example.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 </a:t>
            </a:r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hello@law-review.com.au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   </a:t>
            </a:r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(03) 0000 0000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   </a:t>
            </a:r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law-review.com.au/demo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 — for Victorian property law firms</dc:title>
  <dc:subject>Less time reading. More time advising.</dc:subject>
  <dc:creator>LAW</dc:creator>
  <cp:lastModifiedBy>LAW</cp:lastModifiedBy>
  <cp:revision>1</cp:revision>
  <dcterms:created xsi:type="dcterms:W3CDTF">2026-04-21T12:42:37Z</dcterms:created>
  <dcterms:modified xsi:type="dcterms:W3CDTF">2026-04-21T12:42:37Z</dcterms:modified>
</cp:coreProperties>
</file>